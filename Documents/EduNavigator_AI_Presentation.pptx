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EduNavigator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4AF37"/>
                </a:solidFill>
              </a:rPr>
              <a:t>Agentic RAG Framework for Hyper-Local Academic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</a:rPr>
              <a:t>Intelligent School &amp; University Discovery — All 50 US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663440"/>
            <a:ext cx="1773936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681728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Groq LLaMA 3.3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4096" y="4663440"/>
            <a:ext cx="117043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46817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ChromaDB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4663440"/>
            <a:ext cx="117043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4681728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NCES CCD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663440"/>
            <a:ext cx="2478024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681728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College Scorecard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1624" y="4663440"/>
            <a:ext cx="1271016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4681728"/>
            <a:ext cx="1271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Capstone Project  |  April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</a:rPr>
              <a:t>Author: Vijay Kumar Panguluri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Information
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School data is scattered across government databases, private review sites, and individual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Static &amp;
Outdated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Traditional directories show incorrect fees, broken application links, and outdated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3474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Zero
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No tool offers a one-stop journey from geographic discovery to document-level application guidance.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B3A5C"/>
                </a:solidFill>
              </a:rPr>
              <a:t>Parents and students face Information Overload and Data Fragmentation.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 — Agentic RAG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5760720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EduNavigator AI — Decision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56616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Librarian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Semantic RAG search
on local ChromaDB
vector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56616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Researcher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Live web search via
Tavily API for any
school anywhere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60320"/>
            <a:ext cx="3566160" cy="320040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6974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Doc Specialist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977639"/>
            <a:ext cx="3017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0690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Personalized PDF
application checklists
with pro tips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Layer 1 — 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Geographic filters (Level → State → District → City)  |  Search query  |  Results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11430000" cy="100584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27A0"/>
                </a:solidFill>
              </a:rPr>
              <a:t>Layer 2 — Agent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Routes queries  |  Decides which agents to call  |  Combines results  |  Manages ChromaDB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1430000" cy="10058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731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22191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Layer 3 — 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Librarian (RAG)  |  Researcher (Tavily Web Search)  |  Doc Specialist (PDF Generation)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11430000" cy="10058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73152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109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Layer 4 — Data &amp;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ChromaDB Vector Store  |  NCES CCD 98,957 Schools  |  College Scorecard API  |  schools.csv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Sources &amp;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100,000+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Schools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All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States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651760" cy="146304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Education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651760" cy="1463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Live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34747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Education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17520"/>
            <a:ext cx="47548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090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017520"/>
            <a:ext cx="25603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29000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021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University / Community College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429000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50215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College Scorecard API (US Dept of Education)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429000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5021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All 50 states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67912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410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Medical School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867912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941064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College Scorecard API (health keyword filter)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867912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94106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All 50 states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06824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3799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High School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4306824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379976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4306824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37997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20,148 schools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45736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188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Elementary / Middle School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4745736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4818888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745736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48188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58,000+ schools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84648"/>
            <a:ext cx="34747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578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Preschool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5184648"/>
            <a:ext cx="475488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525780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NCES CCD 2022-23 Database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5184648"/>
            <a:ext cx="2560320" cy="4114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52578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33,044 schools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62356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6967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Any (fallback)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5623560"/>
            <a:ext cx="47548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69671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Tavily AI Web Search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562356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56967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Real-time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Smart Geographic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Level → State → District/ISD → City cascade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County filter disabled for University/College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98,957 real school districts from NCES CCD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Agentic RAG Decision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Librarian Agent: ChromaDB semantic search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Researcher Agent: Live Tavily web search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Auto-triggers web search when local data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AI-Powered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Chain-of-Thought prompting for comparisons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Groq LLaMA 3.3 70B for fast inference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School ranking with match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PDF Application Checklists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Personalized per school and education level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5 sections: Academic, Personal, Financial...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Downloadable directly from the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Smart ChromaDB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API results cached after first query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Repeat queries served instantly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Grows smarter with every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657600" cy="2286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6576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23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Production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Live on Streamlit Community Cloud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GitHub CI/CD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0D1B2A"/>
                </a:solidFill>
              </a:rPr>
              <a:t>  •  Python 3.11, all free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64008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Groq LLaMA 3.3 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Primary LLM — fast, free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64008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ChromaDB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all-MiniLM-L6-v2 via onnx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Frameworks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0116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Streamlit 1.35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Web UI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LangChain 0.2.6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Agent chaining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4754880"/>
            <a:ext cx="64008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ChromaDB 0.5.3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Vector 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APIs (All Free)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0116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Groq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LLM 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3832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Tavily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Web 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54880"/>
            <a:ext cx="64008" cy="1188720"/>
          </a:xfrm>
          <a:prstGeom prst="rect">
            <a:avLst/>
          </a:prstGeom>
          <a:solidFill>
            <a:srgbClr val="0D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F6E"/>
                </a:solidFill>
              </a:rPr>
              <a:t>College Scorecard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University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137160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2011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20116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NCES CCD 2022-23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98,957 K-12 schools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3383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33832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schools.csv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50 curated schools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7548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0" y="4754880"/>
            <a:ext cx="64008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zip_county.csv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99"/>
                </a:solidFill>
              </a:rPr>
              <a:t>33,048 ZIP mappings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 —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Select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Choose from Preschool
through Medical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Select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All 50 US states
covered with live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District/County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FRISCO ISD, Collin County
or any US district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City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Filter within district
for precise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AI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Click Search — agents
find matching schools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371600"/>
            <a:ext cx="1737360" cy="38404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95560" y="13716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Get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A99"/>
                </a:solidFill>
              </a:rPr>
              <a:t>Cards + AI analysis
+ PDF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5486400"/>
            <a:ext cx="8503920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5577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App: https://edunavigatorai.streamlit.app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NCES API 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GIS REST API blocked Python requests on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Replaced with local NCES CCD CSV database — 98,957 schools, 96% county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Python 3.14 on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Streamlit Cloud defaulted to Python 3.14 — packages incompatible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Added .python-version file forcing Python 3.11; removed torch dependency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County Data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NCES directory file had no county column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Used LZIP field + ZIP-to-county mapping database to derive 96% county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6324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ChromaDB Cache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Cached data bypassed NCES fetch for K-12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Added K-12 override: always fetch fresh from NCES database, skip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28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Medical School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Strict keyword filter missed major schools like Icahn, Weill Cornell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Expanded health keyword list to 20+ terms covering all school naming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5488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54880"/>
            <a:ext cx="64008" cy="1508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828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Groq Model Retired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Problem: llama3-70b-8192 decommissioned mid-development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6B3A"/>
                </a:solidFill>
              </a:rPr>
              <a:t>Solution: Migrated to llama-3.3-70b-versatile — faster and more capable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EduNavigator AI — Capstone Project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801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98,957 K-12 schools from NCES CCD across all 50 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7 education levels: Preschool through Medical School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249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3 free AI agents coordinated by smart orchestrator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6032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56032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7249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Real-time data from College Scorecard + Tavily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District/ISD filtering with city-level 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56616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307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Live deployment on Streamlit Community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365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PDF application checklists with AI-generated content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572000"/>
            <a:ext cx="54864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73152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7365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✓  ChromaDB smart caching for instant repeat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</a:rPr>
              <a:t>EduNavigator AI — Deployed at edunavigatorai.streamlit.app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Capstone Project  |  April 2026  |  Built with Python, Groq, ChromaDB, NCES,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